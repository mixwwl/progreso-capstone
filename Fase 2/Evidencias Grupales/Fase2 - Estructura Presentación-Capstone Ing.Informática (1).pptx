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BqWPhGIN/BYVcdalg2f1i/miH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slide" Target="slides/slide21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a96434832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a9643483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a9643483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a964348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5a36b219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5a36b21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5a36b219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5a36b21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5a36b2192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5a36b219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a96434832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a96434832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0bd7cee467c342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0bd7cee467c34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a96434832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a96434832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73479"/>
            <a:ext cx="9144000" cy="18030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Capstone</a:t>
            </a:r>
            <a:br>
              <a:rPr lang="es-CL"/>
            </a:br>
            <a:r>
              <a:rPr lang="es-CL" sz="3200"/>
              <a:t>“NexoTech”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279654"/>
            <a:ext cx="9144000" cy="2404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Docente Instructor de la Asignatura: 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FABIAN ENRIQUE 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SALDAÑo</a:t>
            </a:r>
            <a:r>
              <a:rPr lang="es-CL" sz="1050">
                <a:solidFill>
                  <a:srgbClr val="2626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PEREZ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Integrantes del Equipo: Claudio Rios, Manuel Muñoz , Gabriel Vigouroux y maximiliano mora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725659" y="11107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Problemática a Resolver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866250" y="2436275"/>
            <a:ext cx="8720400" cy="30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compradores pierden tiempo buscando productos y los proveedores pequeños no tienen un espacio digital para mostrar lo que venden. </a:t>
            </a: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NexoTech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una plataforma web que los conecta en un solo lugar logrando compras más rápidas y dando más visibilidad a los proveedores tomando en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consideración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distancia</a:t>
            </a: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1441200"/>
            <a:ext cx="12192000" cy="47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3959"/>
              <a:t>Solución</a:t>
            </a:r>
            <a:endParaRPr sz="243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b="1" lang="es-CL" sz="2200"/>
              <a:t>NexoTech</a:t>
            </a:r>
            <a:r>
              <a:rPr lang="es-CL" sz="2200"/>
              <a:t> es una web que conecta a compradores y proveedores con catálogo, carrito y pagos seguros. Su valor está en dar más visibilidad a los proveedores y hacer las compras más fáciles y confiables.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s-CL" sz="2200"/>
              <a:t>Abaratar costos tomando en </a:t>
            </a:r>
            <a:r>
              <a:rPr lang="es-CL" sz="2200"/>
              <a:t>consideración</a:t>
            </a:r>
            <a:r>
              <a:rPr lang="es-CL" sz="2200"/>
              <a:t> la distancia de los proveedores.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br>
              <a:rPr lang="es-CL" sz="3959"/>
            </a:br>
            <a:r>
              <a:rPr lang="es-CL" sz="3959"/>
              <a:t>Objetivo del Proyecto</a:t>
            </a:r>
            <a:br>
              <a:rPr lang="es-CL" sz="3959"/>
            </a:br>
            <a:r>
              <a:rPr lang="es-CL" sz="2000"/>
              <a:t>Desarrollar una web que conecte a compradores y proveedores con compras y pagos seguros. El software desarrollado, </a:t>
            </a:r>
            <a:r>
              <a:rPr b="1" lang="es-CL" sz="2000"/>
              <a:t>NexoTech</a:t>
            </a:r>
            <a:r>
              <a:rPr lang="es-CL" sz="2000"/>
              <a:t>, incluye catálogo, carrito y paneles de control para una gestión simple y clara.</a:t>
            </a:r>
            <a:endParaRPr sz="485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10065" y="80944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810075" y="2056675"/>
            <a:ext cx="10835700" cy="4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registrar usuarios, publicar productos, usar catálogo y carrito, pagar en línea y mostrar reportes.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despachos, no tiene app móvil ni se conecta con sistemas externos.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solo en la web, depende de pasarela de pago externa y está limitado al presupuesto y tiempo definidos.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548536" y="597068"/>
            <a:ext cx="10515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340225" y="1315700"/>
            <a:ext cx="5068200" cy="5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Funcionales 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Catálogo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Filtro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Carrito de Compras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de KPIs de Negocio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Productos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 de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errores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 Carrito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 perfil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pago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5106525" y="1716675"/>
            <a:ext cx="57966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Requerimientos No Funcionales: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Escalabilidad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Interfaz intuitiva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Disponibilidad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Seguridad del Sistema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Disponibilidad del Servicio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Respaldo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Sistema responsivo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Control de acceso</a:t>
            </a:r>
            <a:endParaRPr sz="19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 title="diagrama re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488"/>
            <a:ext cx="12133250" cy="644843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>
            <p:ph type="title"/>
          </p:nvPr>
        </p:nvSpPr>
        <p:spPr>
          <a:xfrm>
            <a:off x="5988426" y="6021300"/>
            <a:ext cx="59517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2" y="54587"/>
            <a:ext cx="8457000" cy="3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7" title="Diagrama de Caso de Us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031" y="1740850"/>
            <a:ext cx="12287030" cy="51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>
            <p:ph type="title"/>
          </p:nvPr>
        </p:nvSpPr>
        <p:spPr>
          <a:xfrm>
            <a:off x="510777" y="618150"/>
            <a:ext cx="105156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705502" y="1345966"/>
            <a:ext cx="8609400" cy="3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a96434832_3_0"/>
          <p:cNvSpPr txBox="1"/>
          <p:nvPr>
            <p:ph type="title"/>
          </p:nvPr>
        </p:nvSpPr>
        <p:spPr>
          <a:xfrm>
            <a:off x="498600" y="1093525"/>
            <a:ext cx="11194800" cy="85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Diagrama de Secuencia - Suscripción</a:t>
            </a:r>
            <a:endParaRPr/>
          </a:p>
        </p:txBody>
      </p:sp>
      <p:pic>
        <p:nvPicPr>
          <p:cNvPr id="129" name="Google Shape;129;g37a96434832_3_0" title="Diagrama de Secuencia Sistema de Pa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5600"/>
            <a:ext cx="11887200" cy="377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641252" y="1068511"/>
            <a:ext cx="10515600" cy="882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548002" y="1950737"/>
            <a:ext cx="89295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Principales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 title="D-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9600" y="954112"/>
            <a:ext cx="6758450" cy="55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a96434832_1_0"/>
          <p:cNvSpPr txBox="1"/>
          <p:nvPr>
            <p:ph type="title"/>
          </p:nvPr>
        </p:nvSpPr>
        <p:spPr>
          <a:xfrm>
            <a:off x="41350" y="81400"/>
            <a:ext cx="10515600" cy="8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900"/>
              <a:t>Diagramas de Actividades</a:t>
            </a:r>
            <a:endParaRPr sz="5500"/>
          </a:p>
        </p:txBody>
      </p:sp>
      <p:sp>
        <p:nvSpPr>
          <p:cNvPr id="142" name="Google Shape;142;g37a96434832_1_0"/>
          <p:cNvSpPr txBox="1"/>
          <p:nvPr/>
        </p:nvSpPr>
        <p:spPr>
          <a:xfrm>
            <a:off x="965500" y="869750"/>
            <a:ext cx="37977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usuario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7a96434832_1_0"/>
          <p:cNvSpPr txBox="1"/>
          <p:nvPr/>
        </p:nvSpPr>
        <p:spPr>
          <a:xfrm>
            <a:off x="6128100" y="869750"/>
            <a:ext cx="4340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7a96434832_1_0" title="D-Regis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50" y="1273800"/>
            <a:ext cx="4849900" cy="531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7a96434832_1_0" title="D-Cerrar_ses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524" y="1273800"/>
            <a:ext cx="5892766" cy="536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5a36b2192_0_16"/>
          <p:cNvSpPr txBox="1"/>
          <p:nvPr>
            <p:ph type="title"/>
          </p:nvPr>
        </p:nvSpPr>
        <p:spPr>
          <a:xfrm>
            <a:off x="4534788" y="789575"/>
            <a:ext cx="3122400" cy="8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900"/>
              <a:t>Diagrama de Clase</a:t>
            </a:r>
            <a:endParaRPr sz="5500"/>
          </a:p>
        </p:txBody>
      </p:sp>
      <p:pic>
        <p:nvPicPr>
          <p:cNvPr id="151" name="Google Shape;151;g3a5a36b2192_0_16" title="Diagrama de clase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038" y="1459525"/>
            <a:ext cx="9619924" cy="49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5a36b2192_0_24"/>
          <p:cNvSpPr txBox="1"/>
          <p:nvPr>
            <p:ph type="title"/>
          </p:nvPr>
        </p:nvSpPr>
        <p:spPr>
          <a:xfrm>
            <a:off x="139975" y="90350"/>
            <a:ext cx="10515600" cy="8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900"/>
              <a:t>Diagramas de Desarrollo</a:t>
            </a:r>
            <a:endParaRPr sz="5500"/>
          </a:p>
        </p:txBody>
      </p:sp>
      <p:pic>
        <p:nvPicPr>
          <p:cNvPr id="157" name="Google Shape;157;g3a5a36b2192_0_24" title="Diagrama de Componen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25" y="1610075"/>
            <a:ext cx="5101126" cy="452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a5a36b2192_0_24" title="Diagrama de Despliegu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5226" y="3512425"/>
            <a:ext cx="6006149" cy="2200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a5a36b2192_0_24"/>
          <p:cNvSpPr txBox="1"/>
          <p:nvPr/>
        </p:nvSpPr>
        <p:spPr>
          <a:xfrm>
            <a:off x="1003175" y="970963"/>
            <a:ext cx="45183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Componentes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a5a36b2192_0_24"/>
          <p:cNvSpPr txBox="1"/>
          <p:nvPr/>
        </p:nvSpPr>
        <p:spPr>
          <a:xfrm>
            <a:off x="7081250" y="2690125"/>
            <a:ext cx="37830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Despliegue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5a36b2192_0_40"/>
          <p:cNvSpPr txBox="1"/>
          <p:nvPr>
            <p:ph type="title"/>
          </p:nvPr>
        </p:nvSpPr>
        <p:spPr>
          <a:xfrm>
            <a:off x="749575" y="117250"/>
            <a:ext cx="10515600" cy="8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900"/>
              <a:t>Minería</a:t>
            </a:r>
            <a:r>
              <a:rPr lang="es-CL" sz="2900"/>
              <a:t> de Datos</a:t>
            </a:r>
            <a:endParaRPr sz="5500"/>
          </a:p>
        </p:txBody>
      </p:sp>
      <p:pic>
        <p:nvPicPr>
          <p:cNvPr id="166" name="Google Shape;166;g3a5a36b2192_0_40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137025"/>
            <a:ext cx="5467575" cy="49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a5a36b2192_0_40" title="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9850" y="1137025"/>
            <a:ext cx="5307900" cy="498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type="title"/>
          </p:nvPr>
        </p:nvSpPr>
        <p:spPr>
          <a:xfrm>
            <a:off x="641252" y="10685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pic>
        <p:nvPicPr>
          <p:cNvPr id="173" name="Google Shape;17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2845663"/>
            <a:ext cx="2867850" cy="286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 txBox="1"/>
          <p:nvPr/>
        </p:nvSpPr>
        <p:spPr>
          <a:xfrm>
            <a:off x="593925" y="5433650"/>
            <a:ext cx="2962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425" y="3269950"/>
            <a:ext cx="2544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4283625" y="4793150"/>
            <a:ext cx="13356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3750" y="2988748"/>
            <a:ext cx="2867850" cy="211553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7222575" y="4593175"/>
            <a:ext cx="12102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4750" y="3596300"/>
            <a:ext cx="2410900" cy="103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9995100" y="4467675"/>
            <a:ext cx="12102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Xampp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/>
        </p:nvSpPr>
        <p:spPr>
          <a:xfrm>
            <a:off x="908244" y="2833855"/>
            <a:ext cx="2747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0" title="raci3.png"/>
          <p:cNvPicPr preferRelativeResize="0"/>
          <p:nvPr/>
        </p:nvPicPr>
        <p:blipFill rotWithShape="1">
          <a:blip r:embed="rId3">
            <a:alphaModFix/>
          </a:blip>
          <a:srcRect b="268" l="0" r="0" t="258"/>
          <a:stretch/>
        </p:blipFill>
        <p:spPr>
          <a:xfrm>
            <a:off x="397875" y="1067975"/>
            <a:ext cx="9423201" cy="58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83669" y="21064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r</a:t>
            </a:r>
            <a:r>
              <a:rPr lang="es-CL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esponsabilidades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/>
        </p:nvSpPr>
        <p:spPr>
          <a:xfrm>
            <a:off x="282670" y="578914"/>
            <a:ext cx="451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Riesgos considerados en 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0" y="948225"/>
            <a:ext cx="11894301" cy="58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776925" y="2026150"/>
            <a:ext cx="103173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semanas de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planeación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semanas de desarrollo.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semanas de prueba y soluciones.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Acta cierre de proyecto 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prevista para el 2 de diciembre.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37a96434832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00" y="1669000"/>
            <a:ext cx="9477375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7a96434832_1_39"/>
          <p:cNvSpPr txBox="1"/>
          <p:nvPr/>
        </p:nvSpPr>
        <p:spPr>
          <a:xfrm>
            <a:off x="811625" y="860575"/>
            <a:ext cx="4577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Fragmento de la carta gantt: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pic>
        <p:nvPicPr>
          <p:cNvPr id="211" name="Google Shape;21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800" y="1787462"/>
            <a:ext cx="9454374" cy="452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0bd7cee467c3422_0"/>
          <p:cNvSpPr txBox="1"/>
          <p:nvPr>
            <p:ph type="title"/>
          </p:nvPr>
        </p:nvSpPr>
        <p:spPr>
          <a:xfrm>
            <a:off x="838200" y="76506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Arquitectura </a:t>
            </a:r>
            <a:endParaRPr/>
          </a:p>
        </p:txBody>
      </p:sp>
      <p:sp>
        <p:nvSpPr>
          <p:cNvPr id="217" name="Google Shape;217;g10bd7cee467c3422_0"/>
          <p:cNvSpPr txBox="1"/>
          <p:nvPr/>
        </p:nvSpPr>
        <p:spPr>
          <a:xfrm>
            <a:off x="238050" y="1727325"/>
            <a:ext cx="11715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del sistema (DAS) representa la estructura general de NexoTech, mostrando cómo se conectan sus componentes principales.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g10bd7cee467c342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275" y="2774025"/>
            <a:ext cx="3796946" cy="37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10bd7cee467c342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175" y="2774025"/>
            <a:ext cx="3706575" cy="37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a96434832_1_30"/>
          <p:cNvSpPr txBox="1"/>
          <p:nvPr>
            <p:ph type="title"/>
          </p:nvPr>
        </p:nvSpPr>
        <p:spPr>
          <a:xfrm>
            <a:off x="780250" y="9363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Para finalizar.</a:t>
            </a:r>
            <a:endParaRPr/>
          </a:p>
        </p:txBody>
      </p:sp>
      <p:sp>
        <p:nvSpPr>
          <p:cNvPr id="225" name="Google Shape;225;g37a96434832_1_30"/>
          <p:cNvSpPr txBox="1"/>
          <p:nvPr/>
        </p:nvSpPr>
        <p:spPr>
          <a:xfrm>
            <a:off x="5058425" y="3181150"/>
            <a:ext cx="60366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racias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