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fxi50eryeaGVVDdIDRZiSC95O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a96434832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a9643483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a9643483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a964348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96434832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96434832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a96434832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a9643483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73479"/>
            <a:ext cx="9144000" cy="1803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“NexoTech”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279654"/>
            <a:ext cx="9144000" cy="240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 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FABIAN ENRIQUE 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SALDAÑo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PEREZ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 Claudio Rios, Manuel Muñoz y Gabriel Vigouroux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66250" y="2436275"/>
            <a:ext cx="8720400" cy="30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compradores pierden tiempo buscando productos y los proveedores pequeños no tienen un espacio digital para mostrar lo que venden. </a:t>
            </a: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NexoTech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plataforma web que los conecta en un solo lugar logrando compras más rápidas y dando más visibilidad a los proveedores tomando en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consideración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1441200"/>
            <a:ext cx="12192000" cy="47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3959"/>
              <a:t>Solución</a:t>
            </a:r>
            <a:endParaRPr sz="243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s-CL" sz="2200"/>
              <a:t>NexoTech</a:t>
            </a:r>
            <a:r>
              <a:rPr lang="es-CL" sz="2200"/>
              <a:t> es una web que conecta a compradores y proveedores con catálogo, carrito y pagos seguros. Su valor está en dar más visibilidad a los proveedores y hacer las compras más fáciles y confiables.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2200"/>
              <a:t>Abaratar costos tomando en </a:t>
            </a:r>
            <a:r>
              <a:rPr lang="es-CL" sz="2200"/>
              <a:t>consideración</a:t>
            </a:r>
            <a:r>
              <a:rPr lang="es-CL" sz="2200"/>
              <a:t> la distancia de los proveedores.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br>
              <a:rPr lang="es-CL" sz="3959"/>
            </a:br>
            <a:r>
              <a:rPr lang="es-CL" sz="3959"/>
              <a:t>Objetivo del Proyecto</a:t>
            </a:r>
            <a:br>
              <a:rPr lang="es-CL" sz="3959"/>
            </a:br>
            <a:r>
              <a:rPr lang="es-CL" sz="2000"/>
              <a:t>El objetivo es crear una web que conecte a compradores y proveedores con compras y pagos seguros. El software desarrollado, </a:t>
            </a:r>
            <a:r>
              <a:rPr b="1" lang="es-CL" sz="2000"/>
              <a:t>NexoTech</a:t>
            </a:r>
            <a:r>
              <a:rPr lang="es-CL" sz="2000"/>
              <a:t>, incluye catálogo, carrito y paneles de control para una gestión simple y clara.</a:t>
            </a:r>
            <a:endParaRPr sz="485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10065" y="8094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810075" y="2056675"/>
            <a:ext cx="10835700" cy="4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registrar usuarios, publicar productos, usar catálogo y carrito, pagar en línea y mostrar reportes.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despachos, no tiene app móvil ni se conecta con sistemas externos.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solo en la web, depende de pasarela de pago externa y está limitado al presupuesto y tiempo definidos.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548536" y="597068"/>
            <a:ext cx="10515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340225" y="1315700"/>
            <a:ext cx="5068200" cy="5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Funcionales 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Catálogo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Carrito de Compras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de KPIs de Negocio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errores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 Carrito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 perfil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pago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5106525" y="1716675"/>
            <a:ext cx="57966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No Funcionales: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Escalabilidad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Interfaz intuitiva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Disponibilidad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Seguridad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Disponibilidad del Servicio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Respaldo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Sistema responsivo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Control de acceso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 title="diagrama re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488"/>
            <a:ext cx="12133250" cy="64484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>
            <p:ph type="title"/>
          </p:nvPr>
        </p:nvSpPr>
        <p:spPr>
          <a:xfrm>
            <a:off x="2" y="1261061"/>
            <a:ext cx="10515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42552" y="1990962"/>
            <a:ext cx="8457000" cy="3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7" title="Diagrama de Caso de Us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031" y="1740850"/>
            <a:ext cx="12287030" cy="51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>
            <p:ph type="title"/>
          </p:nvPr>
        </p:nvSpPr>
        <p:spPr>
          <a:xfrm>
            <a:off x="510777" y="618150"/>
            <a:ext cx="105156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705502" y="1345966"/>
            <a:ext cx="8609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a96434832_3_0"/>
          <p:cNvSpPr txBox="1"/>
          <p:nvPr>
            <p:ph type="title"/>
          </p:nvPr>
        </p:nvSpPr>
        <p:spPr>
          <a:xfrm>
            <a:off x="498600" y="1093525"/>
            <a:ext cx="11194800" cy="85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de Secuencia - Suscripción</a:t>
            </a:r>
            <a:endParaRPr/>
          </a:p>
        </p:txBody>
      </p:sp>
      <p:pic>
        <p:nvPicPr>
          <p:cNvPr id="129" name="Google Shape;129;g37a96434832_3_0" title="Diagrama de Secuencia Sistema de Pa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5600"/>
            <a:ext cx="11887200" cy="377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641252" y="1068511"/>
            <a:ext cx="10515600" cy="882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548002" y="1950737"/>
            <a:ext cx="89295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Principales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sta previa de la miniatura de la URL vinculada." id="136" name="Google Shape;1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650" y="1327525"/>
            <a:ext cx="6743700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a96434832_1_0"/>
          <p:cNvSpPr txBox="1"/>
          <p:nvPr>
            <p:ph type="title"/>
          </p:nvPr>
        </p:nvSpPr>
        <p:spPr>
          <a:xfrm>
            <a:off x="41350" y="81400"/>
            <a:ext cx="10515600" cy="8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900"/>
              <a:t>Diagramas de Actividades</a:t>
            </a:r>
            <a:endParaRPr sz="5500"/>
          </a:p>
        </p:txBody>
      </p:sp>
      <p:pic>
        <p:nvPicPr>
          <p:cNvPr descr="Vista previa de la miniatura de la URL vinculada." id="142" name="Google Shape;142;g37a96434832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200" y="1403800"/>
            <a:ext cx="3627600" cy="510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sta previa de la miniatura de la URL vinculada." id="143" name="Google Shape;143;g37a96434832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4825" y="1403800"/>
            <a:ext cx="5050525" cy="50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7a96434832_1_0"/>
          <p:cNvSpPr txBox="1"/>
          <p:nvPr/>
        </p:nvSpPr>
        <p:spPr>
          <a:xfrm>
            <a:off x="965500" y="869750"/>
            <a:ext cx="37977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usuario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7a96434832_1_0"/>
          <p:cNvSpPr txBox="1"/>
          <p:nvPr/>
        </p:nvSpPr>
        <p:spPr>
          <a:xfrm>
            <a:off x="6128100" y="869750"/>
            <a:ext cx="4340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641252" y="10685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1861925" y="2810225"/>
            <a:ext cx="77904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code,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django, sqlserver en python.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908244" y="2833855"/>
            <a:ext cx="2747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0" title="raci3.png"/>
          <p:cNvPicPr preferRelativeResize="0"/>
          <p:nvPr/>
        </p:nvPicPr>
        <p:blipFill rotWithShape="1">
          <a:blip r:embed="rId3">
            <a:alphaModFix/>
          </a:blip>
          <a:srcRect b="268" l="0" r="0" t="258"/>
          <a:stretch/>
        </p:blipFill>
        <p:spPr>
          <a:xfrm>
            <a:off x="397875" y="1067975"/>
            <a:ext cx="9423201" cy="58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83669" y="2106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r</a:t>
            </a:r>
            <a:r>
              <a:rPr lang="es-CL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esponsabilidades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282670" y="578914"/>
            <a:ext cx="451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Riesgos considerados en 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0" y="948225"/>
            <a:ext cx="11894301" cy="5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776925" y="2026150"/>
            <a:ext cx="103173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semanas de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planeación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semanas de desarrollo.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semanas de prueba y soluciones.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Acta cierre de proyecto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prevista para el 2 de diciembre.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7a96434832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00" y="1669000"/>
            <a:ext cx="9477375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7a96434832_1_39"/>
          <p:cNvSpPr txBox="1"/>
          <p:nvPr/>
        </p:nvSpPr>
        <p:spPr>
          <a:xfrm>
            <a:off x="811625" y="860575"/>
            <a:ext cx="457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Fragmento de la carta gantt: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182" name="Google Shape;18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800" y="1787462"/>
            <a:ext cx="9454374" cy="452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96434832_1_30"/>
          <p:cNvSpPr txBox="1"/>
          <p:nvPr>
            <p:ph type="title"/>
          </p:nvPr>
        </p:nvSpPr>
        <p:spPr>
          <a:xfrm>
            <a:off x="780250" y="9363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Para finalizar.</a:t>
            </a:r>
            <a:endParaRPr/>
          </a:p>
        </p:txBody>
      </p:sp>
      <p:sp>
        <p:nvSpPr>
          <p:cNvPr id="188" name="Google Shape;188;g37a96434832_1_30"/>
          <p:cNvSpPr txBox="1"/>
          <p:nvPr/>
        </p:nvSpPr>
        <p:spPr>
          <a:xfrm>
            <a:off x="5058425" y="3181150"/>
            <a:ext cx="60366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racias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